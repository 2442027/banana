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24" y="4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D1F4B6-D2EF-0992-7C30-FB93D0897EC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B79D60DF-4858-BD65-1C32-4B276956CB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D7AE781-B115-F4F4-06CE-FE680213EE2A}"/>
              </a:ext>
            </a:extLst>
          </p:cNvPr>
          <p:cNvSpPr>
            <a:spLocks noGrp="1"/>
          </p:cNvSpPr>
          <p:nvPr>
            <p:ph type="dt" sz="half" idx="10"/>
          </p:nvPr>
        </p:nvSpPr>
        <p:spPr/>
        <p:txBody>
          <a:bodyPr/>
          <a:lstStyle/>
          <a:p>
            <a:fld id="{AFA169E2-CA3A-4AEC-AD3A-0C32B45B7E45}" type="datetimeFigureOut">
              <a:rPr kumimoji="1" lang="ja-JP" altLang="en-US" smtClean="0"/>
              <a:t>2025/12/23</a:t>
            </a:fld>
            <a:endParaRPr kumimoji="1" lang="ja-JP" altLang="en-US"/>
          </a:p>
        </p:txBody>
      </p:sp>
      <p:sp>
        <p:nvSpPr>
          <p:cNvPr id="5" name="フッター プレースホルダー 4">
            <a:extLst>
              <a:ext uri="{FF2B5EF4-FFF2-40B4-BE49-F238E27FC236}">
                <a16:creationId xmlns:a16="http://schemas.microsoft.com/office/drawing/2014/main" id="{CD4AE6AF-770A-DC09-1A4E-12FE31C9E9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31E54DC-2454-655E-EC26-B31E5263D159}"/>
              </a:ext>
            </a:extLst>
          </p:cNvPr>
          <p:cNvSpPr>
            <a:spLocks noGrp="1"/>
          </p:cNvSpPr>
          <p:nvPr>
            <p:ph type="sldNum" sz="quarter" idx="12"/>
          </p:nvPr>
        </p:nvSpPr>
        <p:spPr/>
        <p:txBody>
          <a:bodyPr/>
          <a:lstStyle/>
          <a:p>
            <a:fld id="{B496CBBF-5F18-46B6-8657-3DFEFECDB27F}" type="slidenum">
              <a:rPr kumimoji="1" lang="ja-JP" altLang="en-US" smtClean="0"/>
              <a:t>‹#›</a:t>
            </a:fld>
            <a:endParaRPr kumimoji="1" lang="ja-JP" altLang="en-US"/>
          </a:p>
        </p:txBody>
      </p:sp>
    </p:spTree>
    <p:extLst>
      <p:ext uri="{BB962C8B-B14F-4D97-AF65-F5344CB8AC3E}">
        <p14:creationId xmlns:p14="http://schemas.microsoft.com/office/powerpoint/2010/main" val="3631658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E23976-1390-6A0E-1102-FB816D9C193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AE1C309-5542-D9E6-F964-5F7B82C806D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326D2DA-27A2-F3B9-9DE9-9B1D1B459469}"/>
              </a:ext>
            </a:extLst>
          </p:cNvPr>
          <p:cNvSpPr>
            <a:spLocks noGrp="1"/>
          </p:cNvSpPr>
          <p:nvPr>
            <p:ph type="dt" sz="half" idx="10"/>
          </p:nvPr>
        </p:nvSpPr>
        <p:spPr/>
        <p:txBody>
          <a:bodyPr/>
          <a:lstStyle/>
          <a:p>
            <a:fld id="{AFA169E2-CA3A-4AEC-AD3A-0C32B45B7E45}" type="datetimeFigureOut">
              <a:rPr kumimoji="1" lang="ja-JP" altLang="en-US" smtClean="0"/>
              <a:t>2025/12/23</a:t>
            </a:fld>
            <a:endParaRPr kumimoji="1" lang="ja-JP" altLang="en-US"/>
          </a:p>
        </p:txBody>
      </p:sp>
      <p:sp>
        <p:nvSpPr>
          <p:cNvPr id="5" name="フッター プレースホルダー 4">
            <a:extLst>
              <a:ext uri="{FF2B5EF4-FFF2-40B4-BE49-F238E27FC236}">
                <a16:creationId xmlns:a16="http://schemas.microsoft.com/office/drawing/2014/main" id="{EB4C50B8-74D9-DD71-ABE8-49DB22E1D12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FB01D26-D44A-7859-444F-D254B61F7CD5}"/>
              </a:ext>
            </a:extLst>
          </p:cNvPr>
          <p:cNvSpPr>
            <a:spLocks noGrp="1"/>
          </p:cNvSpPr>
          <p:nvPr>
            <p:ph type="sldNum" sz="quarter" idx="12"/>
          </p:nvPr>
        </p:nvSpPr>
        <p:spPr/>
        <p:txBody>
          <a:bodyPr/>
          <a:lstStyle/>
          <a:p>
            <a:fld id="{B496CBBF-5F18-46B6-8657-3DFEFECDB27F}" type="slidenum">
              <a:rPr kumimoji="1" lang="ja-JP" altLang="en-US" smtClean="0"/>
              <a:t>‹#›</a:t>
            </a:fld>
            <a:endParaRPr kumimoji="1" lang="ja-JP" altLang="en-US"/>
          </a:p>
        </p:txBody>
      </p:sp>
    </p:spTree>
    <p:extLst>
      <p:ext uri="{BB962C8B-B14F-4D97-AF65-F5344CB8AC3E}">
        <p14:creationId xmlns:p14="http://schemas.microsoft.com/office/powerpoint/2010/main" val="2415931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8646E1-969D-0740-0867-A6638731D00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9E4D36A-7471-855F-145A-5A1A62D6B9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9530EB9-6184-4608-F8CB-3FE230850A8D}"/>
              </a:ext>
            </a:extLst>
          </p:cNvPr>
          <p:cNvSpPr>
            <a:spLocks noGrp="1"/>
          </p:cNvSpPr>
          <p:nvPr>
            <p:ph type="dt" sz="half" idx="10"/>
          </p:nvPr>
        </p:nvSpPr>
        <p:spPr/>
        <p:txBody>
          <a:bodyPr/>
          <a:lstStyle/>
          <a:p>
            <a:fld id="{AFA169E2-CA3A-4AEC-AD3A-0C32B45B7E45}" type="datetimeFigureOut">
              <a:rPr kumimoji="1" lang="ja-JP" altLang="en-US" smtClean="0"/>
              <a:t>2025/12/23</a:t>
            </a:fld>
            <a:endParaRPr kumimoji="1" lang="ja-JP" altLang="en-US"/>
          </a:p>
        </p:txBody>
      </p:sp>
      <p:sp>
        <p:nvSpPr>
          <p:cNvPr id="5" name="フッター プレースホルダー 4">
            <a:extLst>
              <a:ext uri="{FF2B5EF4-FFF2-40B4-BE49-F238E27FC236}">
                <a16:creationId xmlns:a16="http://schemas.microsoft.com/office/drawing/2014/main" id="{A273B7A7-55AC-9853-92CC-AB9BFB00E27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2BFF693-CCEB-8011-D0F8-85E79AF933E5}"/>
              </a:ext>
            </a:extLst>
          </p:cNvPr>
          <p:cNvSpPr>
            <a:spLocks noGrp="1"/>
          </p:cNvSpPr>
          <p:nvPr>
            <p:ph type="sldNum" sz="quarter" idx="12"/>
          </p:nvPr>
        </p:nvSpPr>
        <p:spPr/>
        <p:txBody>
          <a:bodyPr/>
          <a:lstStyle/>
          <a:p>
            <a:fld id="{B496CBBF-5F18-46B6-8657-3DFEFECDB27F}" type="slidenum">
              <a:rPr kumimoji="1" lang="ja-JP" altLang="en-US" smtClean="0"/>
              <a:t>‹#›</a:t>
            </a:fld>
            <a:endParaRPr kumimoji="1" lang="ja-JP" altLang="en-US"/>
          </a:p>
        </p:txBody>
      </p:sp>
    </p:spTree>
    <p:extLst>
      <p:ext uri="{BB962C8B-B14F-4D97-AF65-F5344CB8AC3E}">
        <p14:creationId xmlns:p14="http://schemas.microsoft.com/office/powerpoint/2010/main" val="1884279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2D5F52-2150-C9FF-C4E9-E7CB43A6F72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4DD964D-FA31-517D-C00D-9EFD6B7302A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DB3C207-DB06-2C33-E3DF-A8B866F6BEF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1276320-4739-73AB-9FBA-802515AE0D90}"/>
              </a:ext>
            </a:extLst>
          </p:cNvPr>
          <p:cNvSpPr>
            <a:spLocks noGrp="1"/>
          </p:cNvSpPr>
          <p:nvPr>
            <p:ph type="dt" sz="half" idx="10"/>
          </p:nvPr>
        </p:nvSpPr>
        <p:spPr/>
        <p:txBody>
          <a:bodyPr/>
          <a:lstStyle/>
          <a:p>
            <a:fld id="{AFA169E2-CA3A-4AEC-AD3A-0C32B45B7E45}" type="datetimeFigureOut">
              <a:rPr kumimoji="1" lang="ja-JP" altLang="en-US" smtClean="0"/>
              <a:t>2025/12/23</a:t>
            </a:fld>
            <a:endParaRPr kumimoji="1" lang="ja-JP" altLang="en-US"/>
          </a:p>
        </p:txBody>
      </p:sp>
      <p:sp>
        <p:nvSpPr>
          <p:cNvPr id="6" name="フッター プレースホルダー 5">
            <a:extLst>
              <a:ext uri="{FF2B5EF4-FFF2-40B4-BE49-F238E27FC236}">
                <a16:creationId xmlns:a16="http://schemas.microsoft.com/office/drawing/2014/main" id="{F5132E94-6BAA-05C9-3824-82A9157ADC0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CF73EB3-DDA3-ACAD-1BA0-699454A47327}"/>
              </a:ext>
            </a:extLst>
          </p:cNvPr>
          <p:cNvSpPr>
            <a:spLocks noGrp="1"/>
          </p:cNvSpPr>
          <p:nvPr>
            <p:ph type="sldNum" sz="quarter" idx="12"/>
          </p:nvPr>
        </p:nvSpPr>
        <p:spPr/>
        <p:txBody>
          <a:bodyPr/>
          <a:lstStyle/>
          <a:p>
            <a:fld id="{B496CBBF-5F18-46B6-8657-3DFEFECDB27F}" type="slidenum">
              <a:rPr kumimoji="1" lang="ja-JP" altLang="en-US" smtClean="0"/>
              <a:t>‹#›</a:t>
            </a:fld>
            <a:endParaRPr kumimoji="1" lang="ja-JP" altLang="en-US"/>
          </a:p>
        </p:txBody>
      </p:sp>
    </p:spTree>
    <p:extLst>
      <p:ext uri="{BB962C8B-B14F-4D97-AF65-F5344CB8AC3E}">
        <p14:creationId xmlns:p14="http://schemas.microsoft.com/office/powerpoint/2010/main" val="3267162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194F93-5D9E-E94D-3480-F40F8946EBC6}"/>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7A35574-C5AF-83BC-E54B-E8D5A9EB0B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B5295C9-3290-CABF-B8B9-6FFD9504138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13C0C45-5495-ADC0-23DC-E907D0F519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FD88B3E-CB59-37A3-D116-57E211DB7FE4}"/>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BC2C4EA-452C-FD86-7047-F8C64BA02347}"/>
              </a:ext>
            </a:extLst>
          </p:cNvPr>
          <p:cNvSpPr>
            <a:spLocks noGrp="1"/>
          </p:cNvSpPr>
          <p:nvPr>
            <p:ph type="dt" sz="half" idx="10"/>
          </p:nvPr>
        </p:nvSpPr>
        <p:spPr/>
        <p:txBody>
          <a:bodyPr/>
          <a:lstStyle/>
          <a:p>
            <a:fld id="{AFA169E2-CA3A-4AEC-AD3A-0C32B45B7E45}" type="datetimeFigureOut">
              <a:rPr kumimoji="1" lang="ja-JP" altLang="en-US" smtClean="0"/>
              <a:t>2025/12/23</a:t>
            </a:fld>
            <a:endParaRPr kumimoji="1" lang="ja-JP" altLang="en-US"/>
          </a:p>
        </p:txBody>
      </p:sp>
      <p:sp>
        <p:nvSpPr>
          <p:cNvPr id="8" name="フッター プレースホルダー 7">
            <a:extLst>
              <a:ext uri="{FF2B5EF4-FFF2-40B4-BE49-F238E27FC236}">
                <a16:creationId xmlns:a16="http://schemas.microsoft.com/office/drawing/2014/main" id="{5F1F788E-8B3A-223B-DC58-A364550AB10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F387CEB-F3B1-C767-EC11-6950405DF568}"/>
              </a:ext>
            </a:extLst>
          </p:cNvPr>
          <p:cNvSpPr>
            <a:spLocks noGrp="1"/>
          </p:cNvSpPr>
          <p:nvPr>
            <p:ph type="sldNum" sz="quarter" idx="12"/>
          </p:nvPr>
        </p:nvSpPr>
        <p:spPr/>
        <p:txBody>
          <a:bodyPr/>
          <a:lstStyle/>
          <a:p>
            <a:fld id="{B496CBBF-5F18-46B6-8657-3DFEFECDB27F}" type="slidenum">
              <a:rPr kumimoji="1" lang="ja-JP" altLang="en-US" smtClean="0"/>
              <a:t>‹#›</a:t>
            </a:fld>
            <a:endParaRPr kumimoji="1" lang="ja-JP" altLang="en-US"/>
          </a:p>
        </p:txBody>
      </p:sp>
    </p:spTree>
    <p:extLst>
      <p:ext uri="{BB962C8B-B14F-4D97-AF65-F5344CB8AC3E}">
        <p14:creationId xmlns:p14="http://schemas.microsoft.com/office/powerpoint/2010/main" val="3447138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D26CAC-3C9D-33DA-5CAA-2F08CC8DF0B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3A9F7B7-B147-E40B-DF8A-20B225A81BAB}"/>
              </a:ext>
            </a:extLst>
          </p:cNvPr>
          <p:cNvSpPr>
            <a:spLocks noGrp="1"/>
          </p:cNvSpPr>
          <p:nvPr>
            <p:ph type="dt" sz="half" idx="10"/>
          </p:nvPr>
        </p:nvSpPr>
        <p:spPr/>
        <p:txBody>
          <a:bodyPr/>
          <a:lstStyle/>
          <a:p>
            <a:fld id="{AFA169E2-CA3A-4AEC-AD3A-0C32B45B7E45}" type="datetimeFigureOut">
              <a:rPr kumimoji="1" lang="ja-JP" altLang="en-US" smtClean="0"/>
              <a:t>2025/12/23</a:t>
            </a:fld>
            <a:endParaRPr kumimoji="1" lang="ja-JP" altLang="en-US"/>
          </a:p>
        </p:txBody>
      </p:sp>
      <p:sp>
        <p:nvSpPr>
          <p:cNvPr id="4" name="フッター プレースホルダー 3">
            <a:extLst>
              <a:ext uri="{FF2B5EF4-FFF2-40B4-BE49-F238E27FC236}">
                <a16:creationId xmlns:a16="http://schemas.microsoft.com/office/drawing/2014/main" id="{8FD2A1D8-E5E0-3F1F-E3E0-4A167894F5CF}"/>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D090BA4-8EBE-FB43-C1BF-85313D995C35}"/>
              </a:ext>
            </a:extLst>
          </p:cNvPr>
          <p:cNvSpPr>
            <a:spLocks noGrp="1"/>
          </p:cNvSpPr>
          <p:nvPr>
            <p:ph type="sldNum" sz="quarter" idx="12"/>
          </p:nvPr>
        </p:nvSpPr>
        <p:spPr/>
        <p:txBody>
          <a:bodyPr/>
          <a:lstStyle/>
          <a:p>
            <a:fld id="{B496CBBF-5F18-46B6-8657-3DFEFECDB27F}" type="slidenum">
              <a:rPr kumimoji="1" lang="ja-JP" altLang="en-US" smtClean="0"/>
              <a:t>‹#›</a:t>
            </a:fld>
            <a:endParaRPr kumimoji="1" lang="ja-JP" altLang="en-US"/>
          </a:p>
        </p:txBody>
      </p:sp>
    </p:spTree>
    <p:extLst>
      <p:ext uri="{BB962C8B-B14F-4D97-AF65-F5344CB8AC3E}">
        <p14:creationId xmlns:p14="http://schemas.microsoft.com/office/powerpoint/2010/main" val="2764975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AD77620-53DF-7E13-F1CC-B9E52367DF95}"/>
              </a:ext>
            </a:extLst>
          </p:cNvPr>
          <p:cNvSpPr>
            <a:spLocks noGrp="1"/>
          </p:cNvSpPr>
          <p:nvPr>
            <p:ph type="dt" sz="half" idx="10"/>
          </p:nvPr>
        </p:nvSpPr>
        <p:spPr/>
        <p:txBody>
          <a:bodyPr/>
          <a:lstStyle/>
          <a:p>
            <a:fld id="{AFA169E2-CA3A-4AEC-AD3A-0C32B45B7E45}" type="datetimeFigureOut">
              <a:rPr kumimoji="1" lang="ja-JP" altLang="en-US" smtClean="0"/>
              <a:t>2025/12/23</a:t>
            </a:fld>
            <a:endParaRPr kumimoji="1" lang="ja-JP" altLang="en-US"/>
          </a:p>
        </p:txBody>
      </p:sp>
      <p:sp>
        <p:nvSpPr>
          <p:cNvPr id="3" name="フッター プレースホルダー 2">
            <a:extLst>
              <a:ext uri="{FF2B5EF4-FFF2-40B4-BE49-F238E27FC236}">
                <a16:creationId xmlns:a16="http://schemas.microsoft.com/office/drawing/2014/main" id="{2AF8FB64-135A-68CC-2A9E-32EC38FF998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6F72BAD-7D85-5888-7AEC-8CD6346721A0}"/>
              </a:ext>
            </a:extLst>
          </p:cNvPr>
          <p:cNvSpPr>
            <a:spLocks noGrp="1"/>
          </p:cNvSpPr>
          <p:nvPr>
            <p:ph type="sldNum" sz="quarter" idx="12"/>
          </p:nvPr>
        </p:nvSpPr>
        <p:spPr/>
        <p:txBody>
          <a:bodyPr/>
          <a:lstStyle/>
          <a:p>
            <a:fld id="{B496CBBF-5F18-46B6-8657-3DFEFECDB27F}" type="slidenum">
              <a:rPr kumimoji="1" lang="ja-JP" altLang="en-US" smtClean="0"/>
              <a:t>‹#›</a:t>
            </a:fld>
            <a:endParaRPr kumimoji="1" lang="ja-JP" altLang="en-US"/>
          </a:p>
        </p:txBody>
      </p:sp>
    </p:spTree>
    <p:extLst>
      <p:ext uri="{BB962C8B-B14F-4D97-AF65-F5344CB8AC3E}">
        <p14:creationId xmlns:p14="http://schemas.microsoft.com/office/powerpoint/2010/main" val="4236801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0A5D24-5BFA-F954-F517-2B624876A6B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02408D-03D0-D61D-FBF9-C7C8FEBE20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9A1A56F-0113-ED5C-A58F-1B5DEA6D0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325FA4A-587D-A309-C2F9-89D48F528D12}"/>
              </a:ext>
            </a:extLst>
          </p:cNvPr>
          <p:cNvSpPr>
            <a:spLocks noGrp="1"/>
          </p:cNvSpPr>
          <p:nvPr>
            <p:ph type="dt" sz="half" idx="10"/>
          </p:nvPr>
        </p:nvSpPr>
        <p:spPr/>
        <p:txBody>
          <a:bodyPr/>
          <a:lstStyle/>
          <a:p>
            <a:fld id="{AFA169E2-CA3A-4AEC-AD3A-0C32B45B7E45}" type="datetimeFigureOut">
              <a:rPr kumimoji="1" lang="ja-JP" altLang="en-US" smtClean="0"/>
              <a:t>2025/12/23</a:t>
            </a:fld>
            <a:endParaRPr kumimoji="1" lang="ja-JP" altLang="en-US"/>
          </a:p>
        </p:txBody>
      </p:sp>
      <p:sp>
        <p:nvSpPr>
          <p:cNvPr id="6" name="フッター プレースホルダー 5">
            <a:extLst>
              <a:ext uri="{FF2B5EF4-FFF2-40B4-BE49-F238E27FC236}">
                <a16:creationId xmlns:a16="http://schemas.microsoft.com/office/drawing/2014/main" id="{424ED744-888F-3EA2-E363-C50C211D6CE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7D7E544-DA0D-37A3-42A6-965154ABE466}"/>
              </a:ext>
            </a:extLst>
          </p:cNvPr>
          <p:cNvSpPr>
            <a:spLocks noGrp="1"/>
          </p:cNvSpPr>
          <p:nvPr>
            <p:ph type="sldNum" sz="quarter" idx="12"/>
          </p:nvPr>
        </p:nvSpPr>
        <p:spPr/>
        <p:txBody>
          <a:bodyPr/>
          <a:lstStyle/>
          <a:p>
            <a:fld id="{B496CBBF-5F18-46B6-8657-3DFEFECDB27F}" type="slidenum">
              <a:rPr kumimoji="1" lang="ja-JP" altLang="en-US" smtClean="0"/>
              <a:t>‹#›</a:t>
            </a:fld>
            <a:endParaRPr kumimoji="1" lang="ja-JP" altLang="en-US"/>
          </a:p>
        </p:txBody>
      </p:sp>
    </p:spTree>
    <p:extLst>
      <p:ext uri="{BB962C8B-B14F-4D97-AF65-F5344CB8AC3E}">
        <p14:creationId xmlns:p14="http://schemas.microsoft.com/office/powerpoint/2010/main" val="1388279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FDC4D1-5AEF-8098-93FD-40FE914D0AA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6277D7B-125E-93C4-93A9-598B79AD15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55162E9-0AAB-2B42-F2D6-688CA3F76F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3F0BBD4-0C4F-BB97-33D5-6DCAB1BAA2BA}"/>
              </a:ext>
            </a:extLst>
          </p:cNvPr>
          <p:cNvSpPr>
            <a:spLocks noGrp="1"/>
          </p:cNvSpPr>
          <p:nvPr>
            <p:ph type="dt" sz="half" idx="10"/>
          </p:nvPr>
        </p:nvSpPr>
        <p:spPr/>
        <p:txBody>
          <a:bodyPr/>
          <a:lstStyle/>
          <a:p>
            <a:fld id="{AFA169E2-CA3A-4AEC-AD3A-0C32B45B7E45}" type="datetimeFigureOut">
              <a:rPr kumimoji="1" lang="ja-JP" altLang="en-US" smtClean="0"/>
              <a:t>2025/12/23</a:t>
            </a:fld>
            <a:endParaRPr kumimoji="1" lang="ja-JP" altLang="en-US"/>
          </a:p>
        </p:txBody>
      </p:sp>
      <p:sp>
        <p:nvSpPr>
          <p:cNvPr id="6" name="フッター プレースホルダー 5">
            <a:extLst>
              <a:ext uri="{FF2B5EF4-FFF2-40B4-BE49-F238E27FC236}">
                <a16:creationId xmlns:a16="http://schemas.microsoft.com/office/drawing/2014/main" id="{4064ABD7-E04B-2DD4-9238-3D213233253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F1102D8-8E18-93D9-6D60-B1BBADBD27E9}"/>
              </a:ext>
            </a:extLst>
          </p:cNvPr>
          <p:cNvSpPr>
            <a:spLocks noGrp="1"/>
          </p:cNvSpPr>
          <p:nvPr>
            <p:ph type="sldNum" sz="quarter" idx="12"/>
          </p:nvPr>
        </p:nvSpPr>
        <p:spPr/>
        <p:txBody>
          <a:bodyPr/>
          <a:lstStyle/>
          <a:p>
            <a:fld id="{B496CBBF-5F18-46B6-8657-3DFEFECDB27F}" type="slidenum">
              <a:rPr kumimoji="1" lang="ja-JP" altLang="en-US" smtClean="0"/>
              <a:t>‹#›</a:t>
            </a:fld>
            <a:endParaRPr kumimoji="1" lang="ja-JP" altLang="en-US"/>
          </a:p>
        </p:txBody>
      </p:sp>
    </p:spTree>
    <p:extLst>
      <p:ext uri="{BB962C8B-B14F-4D97-AF65-F5344CB8AC3E}">
        <p14:creationId xmlns:p14="http://schemas.microsoft.com/office/powerpoint/2010/main" val="952327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3C0214-1F80-D8B6-C303-938007B3CE8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5A044ED-746C-F0FA-D091-367B038E21F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4D2AD5B-4528-2A96-F3BA-D510AA6AE46B}"/>
              </a:ext>
            </a:extLst>
          </p:cNvPr>
          <p:cNvSpPr>
            <a:spLocks noGrp="1"/>
          </p:cNvSpPr>
          <p:nvPr>
            <p:ph type="dt" sz="half" idx="10"/>
          </p:nvPr>
        </p:nvSpPr>
        <p:spPr/>
        <p:txBody>
          <a:bodyPr/>
          <a:lstStyle/>
          <a:p>
            <a:fld id="{AFA169E2-CA3A-4AEC-AD3A-0C32B45B7E45}" type="datetimeFigureOut">
              <a:rPr kumimoji="1" lang="ja-JP" altLang="en-US" smtClean="0"/>
              <a:t>2025/12/23</a:t>
            </a:fld>
            <a:endParaRPr kumimoji="1" lang="ja-JP" altLang="en-US"/>
          </a:p>
        </p:txBody>
      </p:sp>
      <p:sp>
        <p:nvSpPr>
          <p:cNvPr id="5" name="フッター プレースホルダー 4">
            <a:extLst>
              <a:ext uri="{FF2B5EF4-FFF2-40B4-BE49-F238E27FC236}">
                <a16:creationId xmlns:a16="http://schemas.microsoft.com/office/drawing/2014/main" id="{CE78A554-50F8-A6BD-0663-AC364480AD9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66504F2-8164-5162-9177-AA382818A67C}"/>
              </a:ext>
            </a:extLst>
          </p:cNvPr>
          <p:cNvSpPr>
            <a:spLocks noGrp="1"/>
          </p:cNvSpPr>
          <p:nvPr>
            <p:ph type="sldNum" sz="quarter" idx="12"/>
          </p:nvPr>
        </p:nvSpPr>
        <p:spPr/>
        <p:txBody>
          <a:bodyPr/>
          <a:lstStyle/>
          <a:p>
            <a:fld id="{B496CBBF-5F18-46B6-8657-3DFEFECDB27F}" type="slidenum">
              <a:rPr kumimoji="1" lang="ja-JP" altLang="en-US" smtClean="0"/>
              <a:t>‹#›</a:t>
            </a:fld>
            <a:endParaRPr kumimoji="1" lang="ja-JP" altLang="en-US"/>
          </a:p>
        </p:txBody>
      </p:sp>
    </p:spTree>
    <p:extLst>
      <p:ext uri="{BB962C8B-B14F-4D97-AF65-F5344CB8AC3E}">
        <p14:creationId xmlns:p14="http://schemas.microsoft.com/office/powerpoint/2010/main" val="4137341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D64DE37-B9D3-F771-0CB5-C6CFADB5125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540D1C3-A8E5-3F09-99C3-D45FFA3813B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8F6D7CA-49A7-91F7-1D11-91B362F77141}"/>
              </a:ext>
            </a:extLst>
          </p:cNvPr>
          <p:cNvSpPr>
            <a:spLocks noGrp="1"/>
          </p:cNvSpPr>
          <p:nvPr>
            <p:ph type="dt" sz="half" idx="10"/>
          </p:nvPr>
        </p:nvSpPr>
        <p:spPr/>
        <p:txBody>
          <a:bodyPr/>
          <a:lstStyle/>
          <a:p>
            <a:fld id="{AFA169E2-CA3A-4AEC-AD3A-0C32B45B7E45}" type="datetimeFigureOut">
              <a:rPr kumimoji="1" lang="ja-JP" altLang="en-US" smtClean="0"/>
              <a:t>2025/12/23</a:t>
            </a:fld>
            <a:endParaRPr kumimoji="1" lang="ja-JP" altLang="en-US"/>
          </a:p>
        </p:txBody>
      </p:sp>
      <p:sp>
        <p:nvSpPr>
          <p:cNvPr id="5" name="フッター プレースホルダー 4">
            <a:extLst>
              <a:ext uri="{FF2B5EF4-FFF2-40B4-BE49-F238E27FC236}">
                <a16:creationId xmlns:a16="http://schemas.microsoft.com/office/drawing/2014/main" id="{4079D516-DA45-7A54-6AA7-F5FDC67905D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D980113-9024-6D25-C7E7-28A0ADEF0F5A}"/>
              </a:ext>
            </a:extLst>
          </p:cNvPr>
          <p:cNvSpPr>
            <a:spLocks noGrp="1"/>
          </p:cNvSpPr>
          <p:nvPr>
            <p:ph type="sldNum" sz="quarter" idx="12"/>
          </p:nvPr>
        </p:nvSpPr>
        <p:spPr/>
        <p:txBody>
          <a:bodyPr/>
          <a:lstStyle/>
          <a:p>
            <a:fld id="{B496CBBF-5F18-46B6-8657-3DFEFECDB27F}" type="slidenum">
              <a:rPr kumimoji="1" lang="ja-JP" altLang="en-US" smtClean="0"/>
              <a:t>‹#›</a:t>
            </a:fld>
            <a:endParaRPr kumimoji="1" lang="ja-JP" altLang="en-US"/>
          </a:p>
        </p:txBody>
      </p:sp>
    </p:spTree>
    <p:extLst>
      <p:ext uri="{BB962C8B-B14F-4D97-AF65-F5344CB8AC3E}">
        <p14:creationId xmlns:p14="http://schemas.microsoft.com/office/powerpoint/2010/main" val="3149323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7C696E0-34DF-400F-04F1-EB43B2BD82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09130C4-7B5B-F2BC-CA42-4440E44217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9AD4C1D-5734-B474-5115-D2F17FF373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FA169E2-CA3A-4AEC-AD3A-0C32B45B7E45}" type="datetimeFigureOut">
              <a:rPr kumimoji="1" lang="ja-JP" altLang="en-US" smtClean="0"/>
              <a:t>2025/12/23</a:t>
            </a:fld>
            <a:endParaRPr kumimoji="1" lang="ja-JP" altLang="en-US"/>
          </a:p>
        </p:txBody>
      </p:sp>
      <p:sp>
        <p:nvSpPr>
          <p:cNvPr id="5" name="フッター プレースホルダー 4">
            <a:extLst>
              <a:ext uri="{FF2B5EF4-FFF2-40B4-BE49-F238E27FC236}">
                <a16:creationId xmlns:a16="http://schemas.microsoft.com/office/drawing/2014/main" id="{D9577F89-A4BB-8732-6D67-AF553BE268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9FC6D19-8100-B737-52F4-4B06488766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96CBBF-5F18-46B6-8657-3DFEFECDB27F}" type="slidenum">
              <a:rPr kumimoji="1" lang="ja-JP" altLang="en-US" smtClean="0"/>
              <a:t>‹#›</a:t>
            </a:fld>
            <a:endParaRPr kumimoji="1" lang="ja-JP" altLang="en-US"/>
          </a:p>
        </p:txBody>
      </p:sp>
    </p:spTree>
    <p:extLst>
      <p:ext uri="{BB962C8B-B14F-4D97-AF65-F5344CB8AC3E}">
        <p14:creationId xmlns:p14="http://schemas.microsoft.com/office/powerpoint/2010/main" val="27149543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FD0055-D2F3-277B-ECC2-9178D2AB28F3}"/>
              </a:ext>
            </a:extLst>
          </p:cNvPr>
          <p:cNvSpPr>
            <a:spLocks noGrp="1"/>
          </p:cNvSpPr>
          <p:nvPr>
            <p:ph type="ctrTitle"/>
          </p:nvPr>
        </p:nvSpPr>
        <p:spPr>
          <a:xfrm>
            <a:off x="1524000" y="2004106"/>
            <a:ext cx="9144000" cy="2387600"/>
          </a:xfrm>
        </p:spPr>
        <p:txBody>
          <a:bodyPr>
            <a:normAutofit fontScale="90000"/>
          </a:bodyPr>
          <a:lstStyle/>
          <a:p>
            <a:r>
              <a:rPr kumimoji="1" lang="ja-JP" altLang="en-US" dirty="0"/>
              <a:t>データベース</a:t>
            </a:r>
            <a:br>
              <a:rPr kumimoji="1" lang="en-US" altLang="ja-JP" dirty="0"/>
            </a:br>
            <a:r>
              <a:rPr kumimoji="1" lang="ja-JP" altLang="en-US" dirty="0"/>
              <a:t>ゴルフクラブ専門店</a:t>
            </a:r>
            <a:br>
              <a:rPr kumimoji="1" lang="en-US" altLang="ja-JP" dirty="0"/>
            </a:br>
            <a:r>
              <a:rPr kumimoji="1" lang="en-US" altLang="ja-JP" dirty="0"/>
              <a:t>Persona</a:t>
            </a:r>
            <a:endParaRPr kumimoji="1" lang="ja-JP" altLang="en-US" dirty="0"/>
          </a:p>
        </p:txBody>
      </p:sp>
      <p:sp>
        <p:nvSpPr>
          <p:cNvPr id="3" name="字幕 2">
            <a:extLst>
              <a:ext uri="{FF2B5EF4-FFF2-40B4-BE49-F238E27FC236}">
                <a16:creationId xmlns:a16="http://schemas.microsoft.com/office/drawing/2014/main" id="{D733D5F5-979D-DEE5-9C50-34F35AEC62F5}"/>
              </a:ext>
            </a:extLst>
          </p:cNvPr>
          <p:cNvSpPr>
            <a:spLocks noGrp="1"/>
          </p:cNvSpPr>
          <p:nvPr>
            <p:ph type="subTitle" idx="1"/>
          </p:nvPr>
        </p:nvSpPr>
        <p:spPr>
          <a:xfrm>
            <a:off x="1524000" y="4767942"/>
            <a:ext cx="9144000" cy="489857"/>
          </a:xfrm>
        </p:spPr>
        <p:txBody>
          <a:bodyPr/>
          <a:lstStyle/>
          <a:p>
            <a:r>
              <a:rPr kumimoji="1" lang="en-US" altLang="ja-JP" dirty="0" err="1"/>
              <a:t>Group:banana</a:t>
            </a:r>
            <a:endParaRPr kumimoji="1" lang="en-US" altLang="ja-JP" dirty="0"/>
          </a:p>
          <a:p>
            <a:endParaRPr kumimoji="1" lang="ja-JP" altLang="en-US" dirty="0"/>
          </a:p>
        </p:txBody>
      </p:sp>
    </p:spTree>
    <p:extLst>
      <p:ext uri="{BB962C8B-B14F-4D97-AF65-F5344CB8AC3E}">
        <p14:creationId xmlns:p14="http://schemas.microsoft.com/office/powerpoint/2010/main" val="2043499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29E346-5BBF-896F-4B65-40ADF40DAD77}"/>
              </a:ext>
            </a:extLst>
          </p:cNvPr>
          <p:cNvSpPr>
            <a:spLocks noGrp="1"/>
          </p:cNvSpPr>
          <p:nvPr>
            <p:ph type="title"/>
          </p:nvPr>
        </p:nvSpPr>
        <p:spPr/>
        <p:txBody>
          <a:bodyPr/>
          <a:lstStyle/>
          <a:p>
            <a:r>
              <a:rPr kumimoji="1" lang="en-US" altLang="ja-JP" dirty="0"/>
              <a:t>Persona</a:t>
            </a:r>
            <a:endParaRPr kumimoji="1" lang="ja-JP" altLang="en-US" dirty="0"/>
          </a:p>
        </p:txBody>
      </p:sp>
      <p:sp>
        <p:nvSpPr>
          <p:cNvPr id="3" name="コンテンツ プレースホルダー 2">
            <a:extLst>
              <a:ext uri="{FF2B5EF4-FFF2-40B4-BE49-F238E27FC236}">
                <a16:creationId xmlns:a16="http://schemas.microsoft.com/office/drawing/2014/main" id="{936F4187-6FF3-07D5-FE50-2C240BCF2019}"/>
              </a:ext>
            </a:extLst>
          </p:cNvPr>
          <p:cNvSpPr>
            <a:spLocks noGrp="1"/>
          </p:cNvSpPr>
          <p:nvPr>
            <p:ph idx="1"/>
          </p:nvPr>
        </p:nvSpPr>
        <p:spPr/>
        <p:txBody>
          <a:bodyPr/>
          <a:lstStyle/>
          <a:p>
            <a:pPr marL="0" indent="0">
              <a:buNone/>
            </a:pPr>
            <a:r>
              <a:rPr kumimoji="1" lang="ja-JP" altLang="en-US" dirty="0"/>
              <a:t>鈴木誠</a:t>
            </a:r>
            <a:r>
              <a:rPr kumimoji="1" lang="en-US" altLang="ja-JP" dirty="0"/>
              <a:t>(35</a:t>
            </a:r>
            <a:r>
              <a:rPr kumimoji="1" lang="ja-JP" altLang="en-US" dirty="0"/>
              <a:t>歳</a:t>
            </a:r>
            <a:r>
              <a:rPr kumimoji="1" lang="en-US" altLang="ja-JP" dirty="0"/>
              <a:t>)</a:t>
            </a:r>
          </a:p>
          <a:p>
            <a:pPr marL="0" indent="0">
              <a:buNone/>
            </a:pPr>
            <a:r>
              <a:rPr lang="ja-JP" altLang="en-US" dirty="0"/>
              <a:t>ゴルフショップの店長</a:t>
            </a:r>
            <a:endParaRPr lang="en-US" altLang="ja-JP" dirty="0"/>
          </a:p>
          <a:p>
            <a:pPr marL="0" indent="0">
              <a:buNone/>
            </a:pPr>
            <a:r>
              <a:rPr kumimoji="1" lang="ja-JP" altLang="en-US" dirty="0"/>
              <a:t>日々新規の客にゴルフクラブの質問をされるが、在庫が多すぎて最適なものを絞り込めない。</a:t>
            </a:r>
            <a:endParaRPr kumimoji="1" lang="en-US" altLang="ja-JP" dirty="0"/>
          </a:p>
          <a:p>
            <a:pPr marL="0" indent="0">
              <a:buNone/>
            </a:pPr>
            <a:r>
              <a:rPr kumimoji="1" lang="ja-JP" altLang="en-US" dirty="0"/>
              <a:t>在庫と性能を合わせておすすめを決めたいが自分だけで即座に決めるのが難しいため、一括で管理できるシステムが欲しい。</a:t>
            </a:r>
          </a:p>
        </p:txBody>
      </p:sp>
    </p:spTree>
    <p:extLst>
      <p:ext uri="{BB962C8B-B14F-4D97-AF65-F5344CB8AC3E}">
        <p14:creationId xmlns:p14="http://schemas.microsoft.com/office/powerpoint/2010/main" val="3949166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21D47D-3BDD-32FD-D6F3-42FF7EB5017F}"/>
              </a:ext>
            </a:extLst>
          </p:cNvPr>
          <p:cNvSpPr>
            <a:spLocks noGrp="1"/>
          </p:cNvSpPr>
          <p:nvPr>
            <p:ph type="title"/>
          </p:nvPr>
        </p:nvSpPr>
        <p:spPr/>
        <p:txBody>
          <a:bodyPr/>
          <a:lstStyle/>
          <a:p>
            <a:r>
              <a:rPr kumimoji="1" lang="ja-JP" altLang="en-US" dirty="0"/>
              <a:t>利用シーン</a:t>
            </a:r>
          </a:p>
        </p:txBody>
      </p:sp>
      <p:sp>
        <p:nvSpPr>
          <p:cNvPr id="3" name="コンテンツ プレースホルダー 2">
            <a:extLst>
              <a:ext uri="{FF2B5EF4-FFF2-40B4-BE49-F238E27FC236}">
                <a16:creationId xmlns:a16="http://schemas.microsoft.com/office/drawing/2014/main" id="{D4FBA736-DB8C-8C1D-AFA9-01D45BBE0433}"/>
              </a:ext>
            </a:extLst>
          </p:cNvPr>
          <p:cNvSpPr>
            <a:spLocks noGrp="1"/>
          </p:cNvSpPr>
          <p:nvPr>
            <p:ph idx="1"/>
          </p:nvPr>
        </p:nvSpPr>
        <p:spPr/>
        <p:txBody>
          <a:bodyPr/>
          <a:lstStyle/>
          <a:p>
            <a:pPr marL="0" indent="0">
              <a:buNone/>
            </a:pPr>
            <a:r>
              <a:rPr kumimoji="1" lang="ja-JP" altLang="en-US" dirty="0"/>
              <a:t>接客中にタブレット操作によって情報を検索する。</a:t>
            </a:r>
            <a:endParaRPr kumimoji="1" lang="en-US" altLang="ja-JP" dirty="0"/>
          </a:p>
          <a:p>
            <a:pPr marL="0" indent="0">
              <a:buNone/>
            </a:pPr>
            <a:r>
              <a:rPr lang="ja-JP" altLang="en-US" dirty="0"/>
              <a:t>客からの要望を聞いて、条件欄に入力する。</a:t>
            </a:r>
            <a:endParaRPr lang="en-US" altLang="ja-JP" dirty="0"/>
          </a:p>
          <a:p>
            <a:pPr marL="0" indent="0">
              <a:buNone/>
            </a:pPr>
            <a:endParaRPr kumimoji="1" lang="en-US" altLang="ja-JP" dirty="0"/>
          </a:p>
          <a:p>
            <a:pPr marL="0" indent="0">
              <a:buNone/>
            </a:pPr>
            <a:r>
              <a:rPr lang="ja-JP" altLang="en-US" dirty="0"/>
              <a:t>予算や在庫状況を加味しておすすめ</a:t>
            </a:r>
            <a:r>
              <a:rPr lang="ja-JP" altLang="en-US"/>
              <a:t>を出力し、その中からゴルフクラブを紹介する。</a:t>
            </a:r>
            <a:endParaRPr kumimoji="1" lang="ja-JP" altLang="en-US" dirty="0"/>
          </a:p>
        </p:txBody>
      </p:sp>
    </p:spTree>
    <p:extLst>
      <p:ext uri="{BB962C8B-B14F-4D97-AF65-F5344CB8AC3E}">
        <p14:creationId xmlns:p14="http://schemas.microsoft.com/office/powerpoint/2010/main" val="418589684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113</Words>
  <Application>Microsoft Office PowerPoint</Application>
  <PresentationFormat>ワイド画面</PresentationFormat>
  <Paragraphs>12</Paragraphs>
  <Slides>3</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vt:i4>
      </vt:variant>
    </vt:vector>
  </HeadingPairs>
  <TitlesOfParts>
    <vt:vector size="7" baseType="lpstr">
      <vt:lpstr>游ゴシック</vt:lpstr>
      <vt:lpstr>游ゴシック Light</vt:lpstr>
      <vt:lpstr>Arial</vt:lpstr>
      <vt:lpstr>Office テーマ</vt:lpstr>
      <vt:lpstr>データベース ゴルフクラブ専門店 Persona</vt:lpstr>
      <vt:lpstr>Persona</vt:lpstr>
      <vt:lpstr>利用シーン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智希 栗原</dc:creator>
  <cp:lastModifiedBy>智希 栗原</cp:lastModifiedBy>
  <cp:revision>1</cp:revision>
  <dcterms:created xsi:type="dcterms:W3CDTF">2025-12-23T08:58:40Z</dcterms:created>
  <dcterms:modified xsi:type="dcterms:W3CDTF">2025-12-23T09:16:26Z</dcterms:modified>
</cp:coreProperties>
</file>